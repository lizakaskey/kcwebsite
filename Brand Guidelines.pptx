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F5268-63EB-4000-BCBF-364753033104}" v="13" dt="2026-01-29T19:15:53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beth Prah" userId="f3c89a19fa72886e" providerId="LiveId" clId="{E7DB5896-78D6-4741-8A9B-C40165F2E781}"/>
    <pc:docChg chg="undo custSel addSld modSld sldOrd modMainMaster">
      <pc:chgData name="Elizabeth Prah" userId="f3c89a19fa72886e" providerId="LiveId" clId="{E7DB5896-78D6-4741-8A9B-C40165F2E781}" dt="2026-01-29T19:16:13.855" v="222"/>
      <pc:docMkLst>
        <pc:docMk/>
      </pc:docMkLst>
      <pc:sldChg chg="addSp delSp modSp mod modClrScheme chgLayout">
        <pc:chgData name="Elizabeth Prah" userId="f3c89a19fa72886e" providerId="LiveId" clId="{E7DB5896-78D6-4741-8A9B-C40165F2E781}" dt="2026-01-29T19:11:30.262" v="138" actId="408"/>
        <pc:sldMkLst>
          <pc:docMk/>
          <pc:sldMk cId="806346091" sldId="256"/>
        </pc:sldMkLst>
        <pc:spChg chg="del mod ord">
          <ac:chgData name="Elizabeth Prah" userId="f3c89a19fa72886e" providerId="LiveId" clId="{E7DB5896-78D6-4741-8A9B-C40165F2E781}" dt="2026-01-29T19:09:48.859" v="4" actId="700"/>
          <ac:spMkLst>
            <pc:docMk/>
            <pc:sldMk cId="806346091" sldId="256"/>
            <ac:spMk id="2" creationId="{ECAD19D5-3FF2-896C-7084-A535F9FDE97B}"/>
          </ac:spMkLst>
        </pc:spChg>
        <pc:spChg chg="del mod">
          <ac:chgData name="Elizabeth Prah" userId="f3c89a19fa72886e" providerId="LiveId" clId="{E7DB5896-78D6-4741-8A9B-C40165F2E781}" dt="2026-01-29T19:09:48.859" v="4" actId="700"/>
          <ac:spMkLst>
            <pc:docMk/>
            <pc:sldMk cId="806346091" sldId="256"/>
            <ac:spMk id="3" creationId="{962E76E7-0D7D-D143-B2F6-89021DC47DA0}"/>
          </ac:spMkLst>
        </pc:spChg>
        <pc:spChg chg="add del mod ord">
          <ac:chgData name="Elizabeth Prah" userId="f3c89a19fa72886e" providerId="LiveId" clId="{E7DB5896-78D6-4741-8A9B-C40165F2E781}" dt="2026-01-29T19:09:53.030" v="6" actId="700"/>
          <ac:spMkLst>
            <pc:docMk/>
            <pc:sldMk cId="806346091" sldId="256"/>
            <ac:spMk id="4" creationId="{EB72ED53-6653-6010-26B9-4F4104A2168A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5" creationId="{3DEA12C7-CACF-4AE5-4CD7-E5D692082B91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6" creationId="{88658F4D-3AAB-4214-448B-20D90CB6418A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7" creationId="{481194CB-897A-5518-FF1F-2ECD903718DF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8" creationId="{AAF248BD-2713-795B-CF7D-81CBFF4A6EC8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9" creationId="{9C8BEA0D-FC02-477D-A3F5-AC9F08D2B421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10" creationId="{196D4A14-79BB-4FAE-3F16-3D2A8AA2E124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11" creationId="{89940E57-AC97-482F-B1D1-9D19413ACDEC}"/>
          </ac:spMkLst>
        </pc:spChg>
        <pc:spChg chg="add mod">
          <ac:chgData name="Elizabeth Prah" userId="f3c89a19fa72886e" providerId="LiveId" clId="{E7DB5896-78D6-4741-8A9B-C40165F2E781}" dt="2026-01-29T19:09:49.730" v="5"/>
          <ac:spMkLst>
            <pc:docMk/>
            <pc:sldMk cId="806346091" sldId="256"/>
            <ac:spMk id="12" creationId="{C2B9C29A-B2CB-C53D-0C0B-F4EFF4B41B09}"/>
          </ac:spMkLst>
        </pc:spChg>
        <pc:spChg chg="add mod ord">
          <ac:chgData name="Elizabeth Prah" userId="f3c89a19fa72886e" providerId="LiveId" clId="{E7DB5896-78D6-4741-8A9B-C40165F2E781}" dt="2026-01-29T19:09:55.587" v="14" actId="20577"/>
          <ac:spMkLst>
            <pc:docMk/>
            <pc:sldMk cId="806346091" sldId="256"/>
            <ac:spMk id="13" creationId="{40D9162F-FEE6-6E42-9D0E-E769779C7DF8}"/>
          </ac:spMkLst>
        </pc:spChg>
        <pc:spChg chg="add mod ord">
          <ac:chgData name="Elizabeth Prah" userId="f3c89a19fa72886e" providerId="LiveId" clId="{E7DB5896-78D6-4741-8A9B-C40165F2E781}" dt="2026-01-29T19:09:53.030" v="6" actId="700"/>
          <ac:spMkLst>
            <pc:docMk/>
            <pc:sldMk cId="806346091" sldId="256"/>
            <ac:spMk id="14" creationId="{D2DF926E-44BD-3DD2-BDE2-9D1681EC733D}"/>
          </ac:spMkLst>
        </pc:spChg>
        <pc:spChg chg="add mod">
          <ac:chgData name="Elizabeth Prah" userId="f3c89a19fa72886e" providerId="LiveId" clId="{E7DB5896-78D6-4741-8A9B-C40165F2E781}" dt="2026-01-29T19:11:21.773" v="134" actId="408"/>
          <ac:spMkLst>
            <pc:docMk/>
            <pc:sldMk cId="806346091" sldId="256"/>
            <ac:spMk id="15" creationId="{9DD7E2E0-30CA-A96D-FCCD-CE94CB8CAC36}"/>
          </ac:spMkLst>
        </pc:spChg>
        <pc:spChg chg="add mod">
          <ac:chgData name="Elizabeth Prah" userId="f3c89a19fa72886e" providerId="LiveId" clId="{E7DB5896-78D6-4741-8A9B-C40165F2E781}" dt="2026-01-29T19:11:21.422" v="133" actId="554"/>
          <ac:spMkLst>
            <pc:docMk/>
            <pc:sldMk cId="806346091" sldId="256"/>
            <ac:spMk id="16" creationId="{0C0165B4-560D-FC9C-D12D-B31BE62C082D}"/>
          </ac:spMkLst>
        </pc:spChg>
        <pc:spChg chg="add mod">
          <ac:chgData name="Elizabeth Prah" userId="f3c89a19fa72886e" providerId="LiveId" clId="{E7DB5896-78D6-4741-8A9B-C40165F2E781}" dt="2026-01-29T19:11:30.262" v="138" actId="408"/>
          <ac:spMkLst>
            <pc:docMk/>
            <pc:sldMk cId="806346091" sldId="256"/>
            <ac:spMk id="17" creationId="{47FA1DEC-BDF4-94D9-5F53-AE2F3A01AD9A}"/>
          </ac:spMkLst>
        </pc:spChg>
        <pc:spChg chg="add mod">
          <ac:chgData name="Elizabeth Prah" userId="f3c89a19fa72886e" providerId="LiveId" clId="{E7DB5896-78D6-4741-8A9B-C40165F2E781}" dt="2026-01-29T19:11:21.422" v="133" actId="554"/>
          <ac:spMkLst>
            <pc:docMk/>
            <pc:sldMk cId="806346091" sldId="256"/>
            <ac:spMk id="18" creationId="{550E99E6-B2DE-E989-F48E-11C56F7D7407}"/>
          </ac:spMkLst>
        </pc:spChg>
        <pc:spChg chg="add mod">
          <ac:chgData name="Elizabeth Prah" userId="f3c89a19fa72886e" providerId="LiveId" clId="{E7DB5896-78D6-4741-8A9B-C40165F2E781}" dt="2026-01-29T19:11:21.773" v="134" actId="408"/>
          <ac:spMkLst>
            <pc:docMk/>
            <pc:sldMk cId="806346091" sldId="256"/>
            <ac:spMk id="19" creationId="{3883C496-A60B-BB8A-4E7F-BC1545934AA3}"/>
          </ac:spMkLst>
        </pc:spChg>
        <pc:spChg chg="add mod">
          <ac:chgData name="Elizabeth Prah" userId="f3c89a19fa72886e" providerId="LiveId" clId="{E7DB5896-78D6-4741-8A9B-C40165F2E781}" dt="2026-01-29T19:11:29.827" v="137" actId="554"/>
          <ac:spMkLst>
            <pc:docMk/>
            <pc:sldMk cId="806346091" sldId="256"/>
            <ac:spMk id="20" creationId="{D385B57A-4CC0-FB60-61EB-9A79CB349DE5}"/>
          </ac:spMkLst>
        </pc:spChg>
        <pc:spChg chg="add mod">
          <ac:chgData name="Elizabeth Prah" userId="f3c89a19fa72886e" providerId="LiveId" clId="{E7DB5896-78D6-4741-8A9B-C40165F2E781}" dt="2026-01-29T19:11:30.262" v="138" actId="408"/>
          <ac:spMkLst>
            <pc:docMk/>
            <pc:sldMk cId="806346091" sldId="256"/>
            <ac:spMk id="21" creationId="{50005A2B-BBCE-4966-D141-BE8C02B76B6E}"/>
          </ac:spMkLst>
        </pc:spChg>
        <pc:spChg chg="add mod">
          <ac:chgData name="Elizabeth Prah" userId="f3c89a19fa72886e" providerId="LiveId" clId="{E7DB5896-78D6-4741-8A9B-C40165F2E781}" dt="2026-01-29T19:11:29.827" v="137" actId="554"/>
          <ac:spMkLst>
            <pc:docMk/>
            <pc:sldMk cId="806346091" sldId="256"/>
            <ac:spMk id="22" creationId="{867AB9E1-8468-A39D-4B79-4B4ED238DF1C}"/>
          </ac:spMkLst>
        </pc:spChg>
      </pc:sldChg>
      <pc:sldChg chg="addSp delSp modSp add mod">
        <pc:chgData name="Elizabeth Prah" userId="f3c89a19fa72886e" providerId="LiveId" clId="{E7DB5896-78D6-4741-8A9B-C40165F2E781}" dt="2026-01-29T19:12:24.853" v="199" actId="113"/>
        <pc:sldMkLst>
          <pc:docMk/>
          <pc:sldMk cId="2485920093" sldId="257"/>
        </pc:sldMkLst>
        <pc:spChg chg="add mod">
          <ac:chgData name="Elizabeth Prah" userId="f3c89a19fa72886e" providerId="LiveId" clId="{E7DB5896-78D6-4741-8A9B-C40165F2E781}" dt="2026-01-29T19:12:24.853" v="199" actId="113"/>
          <ac:spMkLst>
            <pc:docMk/>
            <pc:sldMk cId="2485920093" sldId="257"/>
            <ac:spMk id="2" creationId="{753EB21A-BB7E-B2CA-DDC7-B98F8C842BDC}"/>
          </ac:spMkLst>
        </pc:spChg>
        <pc:spChg chg="mod">
          <ac:chgData name="Elizabeth Prah" userId="f3c89a19fa72886e" providerId="LiveId" clId="{E7DB5896-78D6-4741-8A9B-C40165F2E781}" dt="2026-01-29T19:11:40.605" v="147" actId="20577"/>
          <ac:spMkLst>
            <pc:docMk/>
            <pc:sldMk cId="2485920093" sldId="257"/>
            <ac:spMk id="13" creationId="{A85957E0-1813-8BC9-FF22-934DD79A8972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15" creationId="{AD39AC53-390F-0D0C-35C7-995D87186401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16" creationId="{D738161A-C12C-8AA7-610F-7405FAAF175B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17" creationId="{B764CB83-D6AD-7207-F8EE-93AFB96E69C9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18" creationId="{527B09B1-2991-80EB-B0E9-6EFB1DB2684A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19" creationId="{380D525F-5E97-E8A6-DDDB-E25A4F4B62A7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20" creationId="{27C2973D-78C5-04D1-14B2-DD29EBF8EF94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21" creationId="{7A10B0A8-AB48-CC32-C5D0-9C5E354445EC}"/>
          </ac:spMkLst>
        </pc:spChg>
        <pc:spChg chg="del">
          <ac:chgData name="Elizabeth Prah" userId="f3c89a19fa72886e" providerId="LiveId" clId="{E7DB5896-78D6-4741-8A9B-C40165F2E781}" dt="2026-01-29T19:11:36.524" v="140" actId="478"/>
          <ac:spMkLst>
            <pc:docMk/>
            <pc:sldMk cId="2485920093" sldId="257"/>
            <ac:spMk id="22" creationId="{CEB07143-997A-9B38-46EF-F9824D1A25A5}"/>
          </ac:spMkLst>
        </pc:spChg>
      </pc:sldChg>
      <pc:sldChg chg="addSp delSp modSp new mod ord">
        <pc:chgData name="Elizabeth Prah" userId="f3c89a19fa72886e" providerId="LiveId" clId="{E7DB5896-78D6-4741-8A9B-C40165F2E781}" dt="2026-01-29T19:16:13.855" v="222"/>
        <pc:sldMkLst>
          <pc:docMk/>
          <pc:sldMk cId="2784925563" sldId="258"/>
        </pc:sldMkLst>
        <pc:spChg chg="mod">
          <ac:chgData name="Elizabeth Prah" userId="f3c89a19fa72886e" providerId="LiveId" clId="{E7DB5896-78D6-4741-8A9B-C40165F2E781}" dt="2026-01-29T19:12:32.988" v="204" actId="20577"/>
          <ac:spMkLst>
            <pc:docMk/>
            <pc:sldMk cId="2784925563" sldId="258"/>
            <ac:spMk id="2" creationId="{4AE54A6B-8875-936C-A8C0-37C405AE1072}"/>
          </ac:spMkLst>
        </pc:spChg>
        <pc:picChg chg="add del mod">
          <ac:chgData name="Elizabeth Prah" userId="f3c89a19fa72886e" providerId="LiveId" clId="{E7DB5896-78D6-4741-8A9B-C40165F2E781}" dt="2026-01-29T19:15:50.138" v="211" actId="478"/>
          <ac:picMkLst>
            <pc:docMk/>
            <pc:sldMk cId="2784925563" sldId="258"/>
            <ac:picMk id="5" creationId="{9886519D-1878-BD6B-896B-880D490C2E38}"/>
          </ac:picMkLst>
        </pc:picChg>
        <pc:picChg chg="add mod">
          <ac:chgData name="Elizabeth Prah" userId="f3c89a19fa72886e" providerId="LiveId" clId="{E7DB5896-78D6-4741-8A9B-C40165F2E781}" dt="2026-01-29T19:14:29.994" v="206"/>
          <ac:picMkLst>
            <pc:docMk/>
            <pc:sldMk cId="2784925563" sldId="258"/>
            <ac:picMk id="7" creationId="{B46EDDB2-9944-94AF-6C26-D05F15126EE4}"/>
          </ac:picMkLst>
        </pc:picChg>
        <pc:picChg chg="add mod">
          <ac:chgData name="Elizabeth Prah" userId="f3c89a19fa72886e" providerId="LiveId" clId="{E7DB5896-78D6-4741-8A9B-C40165F2E781}" dt="2026-01-29T19:14:29.994" v="206"/>
          <ac:picMkLst>
            <pc:docMk/>
            <pc:sldMk cId="2784925563" sldId="258"/>
            <ac:picMk id="9" creationId="{F26C4B4E-D2D1-B656-990D-C0E49B9E5339}"/>
          </ac:picMkLst>
        </pc:picChg>
        <pc:picChg chg="add del mod">
          <ac:chgData name="Elizabeth Prah" userId="f3c89a19fa72886e" providerId="LiveId" clId="{E7DB5896-78D6-4741-8A9B-C40165F2E781}" dt="2026-01-29T19:14:33.976" v="210" actId="1076"/>
          <ac:picMkLst>
            <pc:docMk/>
            <pc:sldMk cId="2784925563" sldId="258"/>
            <ac:picMk id="11" creationId="{8990BF7A-C372-1918-459E-20073E0BA1A5}"/>
          </ac:picMkLst>
        </pc:picChg>
        <pc:picChg chg="add mod">
          <ac:chgData name="Elizabeth Prah" userId="f3c89a19fa72886e" providerId="LiveId" clId="{E7DB5896-78D6-4741-8A9B-C40165F2E781}" dt="2026-01-29T19:16:10.265" v="220" actId="465"/>
          <ac:picMkLst>
            <pc:docMk/>
            <pc:sldMk cId="2784925563" sldId="258"/>
            <ac:picMk id="13" creationId="{68495563-5CD6-669C-9152-B6DFB337DC63}"/>
          </ac:picMkLst>
        </pc:picChg>
        <pc:picChg chg="add mod">
          <ac:chgData name="Elizabeth Prah" userId="f3c89a19fa72886e" providerId="LiveId" clId="{E7DB5896-78D6-4741-8A9B-C40165F2E781}" dt="2026-01-29T19:16:10.265" v="220" actId="465"/>
          <ac:picMkLst>
            <pc:docMk/>
            <pc:sldMk cId="2784925563" sldId="258"/>
            <ac:picMk id="15" creationId="{1DA14404-FD8E-3817-1552-A86F24FF3BD0}"/>
          </ac:picMkLst>
        </pc:picChg>
        <pc:picChg chg="add mod">
          <ac:chgData name="Elizabeth Prah" userId="f3c89a19fa72886e" providerId="LiveId" clId="{E7DB5896-78D6-4741-8A9B-C40165F2E781}" dt="2026-01-29T19:16:07.465" v="218" actId="12788"/>
          <ac:picMkLst>
            <pc:docMk/>
            <pc:sldMk cId="2784925563" sldId="258"/>
            <ac:picMk id="17" creationId="{05F0ABE9-A0F9-2A91-BD5B-5E98AEBFBF81}"/>
          </ac:picMkLst>
        </pc:picChg>
        <pc:picChg chg="add mod">
          <ac:chgData name="Elizabeth Prah" userId="f3c89a19fa72886e" providerId="LiveId" clId="{E7DB5896-78D6-4741-8A9B-C40165F2E781}" dt="2026-01-29T19:16:08.252" v="219" actId="408"/>
          <ac:picMkLst>
            <pc:docMk/>
            <pc:sldMk cId="2784925563" sldId="258"/>
            <ac:picMk id="19" creationId="{CA9181E6-64B5-656A-851D-204A4D9D9759}"/>
          </ac:picMkLst>
        </pc:picChg>
      </pc:sldChg>
      <pc:sldMasterChg chg="delSp mod">
        <pc:chgData name="Elizabeth Prah" userId="f3c89a19fa72886e" providerId="LiveId" clId="{E7DB5896-78D6-4741-8A9B-C40165F2E781}" dt="2026-01-29T19:09:40.451" v="3" actId="478"/>
        <pc:sldMasterMkLst>
          <pc:docMk/>
          <pc:sldMasterMk cId="4252903925" sldId="2147483660"/>
        </pc:sldMasterMkLst>
        <pc:spChg chg="del">
          <ac:chgData name="Elizabeth Prah" userId="f3c89a19fa72886e" providerId="LiveId" clId="{E7DB5896-78D6-4741-8A9B-C40165F2E781}" dt="2026-01-29T19:09:40.451" v="3" actId="478"/>
          <ac:spMkLst>
            <pc:docMk/>
            <pc:sldMasterMk cId="4252903925" sldId="2147483660"/>
            <ac:spMk id="7" creationId="{BB2A8594-6AAD-C6D7-496A-6FFC8282318C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8BA7E-A6EB-4B02-9EEB-21E40A3B772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8413E-1588-4505-8662-AB804B97E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6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8413E-1588-4505-8662-AB804B97E5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1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7E78-6FA7-413A-1C4F-36B837B3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F6A76-841D-05DA-B31A-C2CD39F44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8E39A-1C02-8896-7AA7-0CC12AFE4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01108-2FFB-4EDF-DD5B-BB5799886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8413E-1588-4505-8662-AB804B97E5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2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 not remove" hidden="1">
            <a:extLst>
              <a:ext uri="{FF2B5EF4-FFF2-40B4-BE49-F238E27FC236}">
                <a16:creationId xmlns:a16="http://schemas.microsoft.com/office/drawing/2014/main" id="{9C2DCB23-AA0D-0555-FCCC-3BD773EDE25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DD1D51-E422-8468-C769-12143F32C9DC}"/>
              </a:ext>
            </a:extLst>
          </p:cNvPr>
          <p:cNvSpPr/>
          <p:nvPr userDrawn="1"/>
        </p:nvSpPr>
        <p:spPr>
          <a:xfrm>
            <a:off x="-923925" y="66675"/>
            <a:ext cx="523875" cy="361950"/>
          </a:xfrm>
          <a:prstGeom prst="rect">
            <a:avLst/>
          </a:prstGeom>
          <a:solidFill>
            <a:srgbClr val="D5C4B6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endParaRPr lang="en-US" sz="14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76854-40F0-2D95-49C3-1D38DE40C5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" r="61647" b="3597"/>
          <a:stretch>
            <a:fillRect/>
          </a:stretch>
        </p:blipFill>
        <p:spPr>
          <a:xfrm>
            <a:off x="3" y="1"/>
            <a:ext cx="4861748" cy="68580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6FC6461-0C6C-726F-335F-419C2951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256" y="152903"/>
            <a:ext cx="6487885" cy="410369"/>
          </a:xfrm>
          <a:prstGeom prst="rect">
            <a:avLst/>
          </a:prstGeom>
          <a:ln w="12700">
            <a:miter lim="400000"/>
          </a:ln>
        </p:spPr>
        <p:txBody>
          <a:bodyPr wrap="none" lIns="91440" tIns="50800" rIns="50800" bIns="50800" anchor="ctr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6F0FF24A-4AEF-09A9-3E85-D18EDB5DE31B}"/>
              </a:ext>
            </a:extLst>
          </p:cNvPr>
          <p:cNvSpPr/>
          <p:nvPr userDrawn="1"/>
        </p:nvSpPr>
        <p:spPr>
          <a:xfrm>
            <a:off x="5326745" y="591373"/>
            <a:ext cx="2564588" cy="45719"/>
          </a:xfrm>
          <a:prstGeom prst="parallelogram">
            <a:avLst>
              <a:gd name="adj" fmla="val 7208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59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7C24-A494-A199-2116-7D4A0113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6DDAE-7573-E90E-6B20-58B1F324A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/>
          <a:stretch>
            <a:fillRect/>
          </a:stretch>
        </p:blipFill>
        <p:spPr>
          <a:xfrm>
            <a:off x="7747000" y="0"/>
            <a:ext cx="4445000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DC7F9-D16F-114C-193C-22E14421B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972685"/>
            <a:ext cx="6691314" cy="5311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0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48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7C24-A494-A199-2116-7D4A0113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DC7F9-D16F-114C-193C-22E14421B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972685"/>
            <a:ext cx="7112000" cy="5311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0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FF924-5007-B814-1715-076D4F30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803" y="0"/>
            <a:ext cx="3857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8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bg1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7C24-A494-A199-2116-7D4A0113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903"/>
            <a:ext cx="10972800" cy="41036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DC7F9-D16F-114C-193C-22E14421B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972685"/>
            <a:ext cx="7112000" cy="5311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FF924-5007-B814-1715-076D4F30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803" y="0"/>
            <a:ext cx="3857197" cy="6858000"/>
          </a:xfrm>
          <a:prstGeom prst="rect">
            <a:avLst/>
          </a:prstGeom>
        </p:spPr>
      </p:pic>
      <p:sp>
        <p:nvSpPr>
          <p:cNvPr id="3" name="Parallelogram 2">
            <a:extLst>
              <a:ext uri="{FF2B5EF4-FFF2-40B4-BE49-F238E27FC236}">
                <a16:creationId xmlns:a16="http://schemas.microsoft.com/office/drawing/2014/main" id="{57C0ED4E-CBA1-FDE0-58FA-6F945BDC77F6}"/>
              </a:ext>
            </a:extLst>
          </p:cNvPr>
          <p:cNvSpPr/>
          <p:nvPr userDrawn="1"/>
        </p:nvSpPr>
        <p:spPr>
          <a:xfrm>
            <a:off x="609599" y="591373"/>
            <a:ext cx="2564588" cy="45719"/>
          </a:xfrm>
          <a:prstGeom prst="parallelogram">
            <a:avLst>
              <a:gd name="adj" fmla="val 7208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9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552B1E6-5E93-BACD-BFA9-753A85BAE81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39512CB7-56C0-E470-97CC-6BADAE34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903"/>
            <a:ext cx="10972800" cy="410369"/>
          </a:xfrm>
          <a:prstGeom prst="rect">
            <a:avLst/>
          </a:prstGeom>
          <a:ln w="12700">
            <a:miter lim="400000"/>
          </a:ln>
        </p:spPr>
        <p:txBody>
          <a:bodyPr wrap="none" lIns="91440" tIns="50800" rIns="50800" bIns="50800" anchor="ctr">
            <a:noAutofit/>
          </a:bodyPr>
          <a:lstStyle>
            <a:lvl1pPr>
              <a:defRPr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pPr marL="0"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05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y Background">
    <p:bg>
      <p:bgPr>
        <a:solidFill>
          <a:schemeClr val="bg1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552B1E6-5E93-BACD-BFA9-753A85BAE81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</a:pP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39512CB7-56C0-E470-97CC-6BADAE34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903"/>
            <a:ext cx="10972800" cy="410369"/>
          </a:xfrm>
          <a:prstGeom prst="rect">
            <a:avLst/>
          </a:prstGeom>
          <a:ln w="12700">
            <a:miter lim="400000"/>
          </a:ln>
        </p:spPr>
        <p:txBody>
          <a:bodyPr wrap="none" lIns="91440" tIns="50800" rIns="50800" bIns="50800" anchor="ctr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F569F-4F05-976F-6622-4BF28E65BE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677325"/>
            <a:ext cx="10972802" cy="411162"/>
          </a:xfrm>
          <a:prstGeom prst="rect">
            <a:avLst/>
          </a:prstGeom>
        </p:spPr>
        <p:txBody>
          <a:bodyPr lIns="54864" tIns="54864" rIns="54864" bIns="54864" anchor="ctr"/>
          <a:lstStyle>
            <a:lvl1pPr marL="0" indent="0">
              <a:buFontTx/>
              <a:buNone/>
              <a:defRPr sz="16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6D7BF931-357A-CBF5-2B1C-91526BA28EB5}"/>
              </a:ext>
            </a:extLst>
          </p:cNvPr>
          <p:cNvSpPr/>
          <p:nvPr userDrawn="1"/>
        </p:nvSpPr>
        <p:spPr>
          <a:xfrm>
            <a:off x="609599" y="591373"/>
            <a:ext cx="2564588" cy="45719"/>
          </a:xfrm>
          <a:prstGeom prst="parallelogram">
            <a:avLst>
              <a:gd name="adj" fmla="val 7208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5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B781-A250-F530-717C-CD4EFD8EE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99E7C-DB64-33D6-AC9E-4B5637338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33C01-0D0A-1AE7-B7BA-C0FE9E12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EF1E0-D41D-4B7E-880B-9C63E9B8DCD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8BC68-9DA5-0D2F-160F-8256CCF4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87CD-FFBE-BD25-3A4B-79465EA9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9DDA-074E-46C7-AB5F-08E087453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4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7C691-A859-4A88-8513-5700E4E0B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2903"/>
            <a:ext cx="10972800" cy="410369"/>
          </a:xfrm>
          <a:prstGeom prst="rect">
            <a:avLst/>
          </a:prstGeom>
          <a:ln w="12700">
            <a:miter lim="400000"/>
          </a:ln>
        </p:spPr>
        <p:txBody>
          <a:bodyPr wrap="none" lIns="91440" tIns="50800" rIns="50800" bIns="50800" anchor="ctr">
            <a:noAutofit/>
          </a:bodyPr>
          <a:lstStyle/>
          <a:p>
            <a:pPr marL="0"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B4CE56-2F74-9A4F-EBD4-2BD7122D233F}"/>
              </a:ext>
            </a:extLst>
          </p:cNvPr>
          <p:cNvSpPr/>
          <p:nvPr userDrawn="1"/>
        </p:nvSpPr>
        <p:spPr>
          <a:xfrm>
            <a:off x="-1434575" y="4321038"/>
            <a:ext cx="914400" cy="225155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2B2B2B</a:t>
            </a:r>
            <a:endParaRPr lang="en-US" sz="12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3CE163-D41E-9B49-BE0E-EAE46EF56898}"/>
              </a:ext>
            </a:extLst>
          </p:cNvPr>
          <p:cNvSpPr/>
          <p:nvPr userDrawn="1"/>
        </p:nvSpPr>
        <p:spPr>
          <a:xfrm>
            <a:off x="-1434575" y="4064170"/>
            <a:ext cx="914400" cy="225155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ysClr val="windowText" lastClr="000000"/>
                </a:solidFill>
              </a:rPr>
              <a:t>F5F1EB</a:t>
            </a:r>
            <a:endParaRPr lang="en-US" sz="1200" b="0" dirty="0">
              <a:solidFill>
                <a:sysClr val="windowText" lastClr="000000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5B1EE6-8BF6-AEDF-4403-1B98515D10CC}"/>
              </a:ext>
            </a:extLst>
          </p:cNvPr>
          <p:cNvSpPr/>
          <p:nvPr userDrawn="1"/>
        </p:nvSpPr>
        <p:spPr>
          <a:xfrm>
            <a:off x="-1434575" y="5091642"/>
            <a:ext cx="914400" cy="225155"/>
          </a:xfrm>
          <a:prstGeom prst="rect">
            <a:avLst/>
          </a:prstGeom>
          <a:solidFill>
            <a:srgbClr val="3C4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3C4A40</a:t>
            </a: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A752EBD7-3BAF-D171-E7FA-4615BEA0DB02}"/>
              </a:ext>
            </a:extLst>
          </p:cNvPr>
          <p:cNvSpPr/>
          <p:nvPr userDrawn="1"/>
        </p:nvSpPr>
        <p:spPr>
          <a:xfrm>
            <a:off x="609598" y="591373"/>
            <a:ext cx="2564588" cy="45719"/>
          </a:xfrm>
          <a:prstGeom prst="parallelogram">
            <a:avLst>
              <a:gd name="adj" fmla="val 72084"/>
            </a:avLst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 b="1">
              <a:solidFill>
                <a:schemeClr val="bg1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2F2E57-C0E4-5981-2F52-1ABAEC591612}"/>
              </a:ext>
            </a:extLst>
          </p:cNvPr>
          <p:cNvSpPr/>
          <p:nvPr userDrawn="1"/>
        </p:nvSpPr>
        <p:spPr>
          <a:xfrm>
            <a:off x="-1434575" y="4834774"/>
            <a:ext cx="914400" cy="225155"/>
          </a:xfrm>
          <a:prstGeom prst="rect">
            <a:avLst/>
          </a:prstGeom>
          <a:solidFill>
            <a:srgbClr val="9C8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200"/>
              <a:t>9C8E7B</a:t>
            </a:r>
            <a:endParaRPr lang="en-US" sz="12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0B8C94-C57B-0A0F-FB36-F72B880766B7}"/>
              </a:ext>
            </a:extLst>
          </p:cNvPr>
          <p:cNvSpPr/>
          <p:nvPr userDrawn="1"/>
        </p:nvSpPr>
        <p:spPr>
          <a:xfrm>
            <a:off x="-1434575" y="4577906"/>
            <a:ext cx="914400" cy="225155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200" dirty="0"/>
              <a:t>8B5E3C</a:t>
            </a: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C626F1-09A7-AAC8-F16C-BF64C04DCC78}"/>
              </a:ext>
            </a:extLst>
          </p:cNvPr>
          <p:cNvSpPr/>
          <p:nvPr userDrawn="1"/>
        </p:nvSpPr>
        <p:spPr>
          <a:xfrm>
            <a:off x="-1434575" y="5348510"/>
            <a:ext cx="914400" cy="2251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EAE3D6</a:t>
            </a:r>
            <a:endParaRPr lang="en-US" sz="12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D9160-2484-08B7-38E4-C11C12720BE3}"/>
              </a:ext>
            </a:extLst>
          </p:cNvPr>
          <p:cNvSpPr/>
          <p:nvPr userDrawn="1"/>
        </p:nvSpPr>
        <p:spPr>
          <a:xfrm>
            <a:off x="-1434575" y="5605378"/>
            <a:ext cx="914400" cy="2251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C0A97A</a:t>
            </a:r>
            <a:endParaRPr lang="en-US" sz="12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93D05-809E-31C8-61FF-C96093C7A8C3}"/>
              </a:ext>
            </a:extLst>
          </p:cNvPr>
          <p:cNvSpPr/>
          <p:nvPr userDrawn="1"/>
        </p:nvSpPr>
        <p:spPr>
          <a:xfrm>
            <a:off x="-1434575" y="5862246"/>
            <a:ext cx="914400" cy="225155"/>
          </a:xfrm>
          <a:prstGeom prst="rect">
            <a:avLst/>
          </a:prstGeom>
          <a:solidFill>
            <a:srgbClr val="452F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452F1E</a:t>
            </a:r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5290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2000" b="1" i="0" u="none" strike="noStrike" kern="1200" cap="none" spc="0" normalizeH="0" baseline="0" dirty="0">
          <a:ln>
            <a:noFill/>
          </a:ln>
          <a:solidFill>
            <a:schemeClr val="bg1">
              <a:lumMod val="90000"/>
            </a:schemeClr>
          </a:solidFill>
          <a:effectLst/>
          <a:uFillTx/>
          <a:latin typeface="+mj-lt"/>
          <a:ea typeface="+mn-ea"/>
          <a:cs typeface="+mn-cs"/>
          <a:sym typeface="Montserrat Medium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0D9162F-FEE6-6E42-9D0E-E769779C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DF926E-44BD-3DD2-BDE2-9D1681EC73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7E2E0-30CA-A96D-FCCD-CE94CB8CAC36}"/>
              </a:ext>
            </a:extLst>
          </p:cNvPr>
          <p:cNvSpPr/>
          <p:nvPr/>
        </p:nvSpPr>
        <p:spPr>
          <a:xfrm>
            <a:off x="6278878" y="1352328"/>
            <a:ext cx="2468880" cy="18288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2B2B2B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0165B4-560D-FC9C-D12D-B31BE62C082D}"/>
              </a:ext>
            </a:extLst>
          </p:cNvPr>
          <p:cNvSpPr/>
          <p:nvPr/>
        </p:nvSpPr>
        <p:spPr>
          <a:xfrm>
            <a:off x="609598" y="1352328"/>
            <a:ext cx="2468880" cy="18288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ysClr val="windowText" lastClr="000000"/>
                </a:solidFill>
              </a:rPr>
              <a:t>F5F1EB</a:t>
            </a:r>
            <a:endParaRPr lang="en-US" sz="2800" b="0" dirty="0">
              <a:solidFill>
                <a:sysClr val="windowText" lastClr="000000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FA1DEC-BDF4-94D9-5F53-AE2F3A01AD9A}"/>
              </a:ext>
            </a:extLst>
          </p:cNvPr>
          <p:cNvSpPr/>
          <p:nvPr/>
        </p:nvSpPr>
        <p:spPr>
          <a:xfrm>
            <a:off x="3444238" y="3444969"/>
            <a:ext cx="2468880" cy="1828800"/>
          </a:xfrm>
          <a:prstGeom prst="rect">
            <a:avLst/>
          </a:prstGeom>
          <a:solidFill>
            <a:srgbClr val="3C4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3C4A40</a:t>
            </a:r>
            <a:endParaRPr lang="en-US" sz="28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0E99E6-B2DE-E989-F48E-11C56F7D7407}"/>
              </a:ext>
            </a:extLst>
          </p:cNvPr>
          <p:cNvSpPr/>
          <p:nvPr/>
        </p:nvSpPr>
        <p:spPr>
          <a:xfrm>
            <a:off x="9113519" y="1352328"/>
            <a:ext cx="2468880" cy="1828800"/>
          </a:xfrm>
          <a:prstGeom prst="rect">
            <a:avLst/>
          </a:prstGeom>
          <a:solidFill>
            <a:srgbClr val="9C8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/>
              <a:t>9C8E7B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83C496-A60B-BB8A-4E7F-BC1545934AA3}"/>
              </a:ext>
            </a:extLst>
          </p:cNvPr>
          <p:cNvSpPr/>
          <p:nvPr/>
        </p:nvSpPr>
        <p:spPr>
          <a:xfrm>
            <a:off x="3444238" y="1352328"/>
            <a:ext cx="2468880" cy="18288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/>
              <a:t>8B5E3C</a:t>
            </a:r>
            <a:endParaRPr lang="en-US" sz="28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85B57A-4CC0-FB60-61EB-9A79CB349DE5}"/>
              </a:ext>
            </a:extLst>
          </p:cNvPr>
          <p:cNvSpPr/>
          <p:nvPr/>
        </p:nvSpPr>
        <p:spPr>
          <a:xfrm>
            <a:off x="609598" y="3444969"/>
            <a:ext cx="2468880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EAE3D6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005A2B-BBCE-4966-D141-BE8C02B76B6E}"/>
              </a:ext>
            </a:extLst>
          </p:cNvPr>
          <p:cNvSpPr/>
          <p:nvPr/>
        </p:nvSpPr>
        <p:spPr>
          <a:xfrm>
            <a:off x="6278878" y="3444969"/>
            <a:ext cx="2468880" cy="182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C0A97A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7AB9E1-8468-A39D-4B79-4B4ED238DF1C}"/>
              </a:ext>
            </a:extLst>
          </p:cNvPr>
          <p:cNvSpPr/>
          <p:nvPr/>
        </p:nvSpPr>
        <p:spPr>
          <a:xfrm>
            <a:off x="9113519" y="3444969"/>
            <a:ext cx="2468880" cy="1828800"/>
          </a:xfrm>
          <a:prstGeom prst="rect">
            <a:avLst/>
          </a:prstGeom>
          <a:solidFill>
            <a:srgbClr val="452F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452F1E</a:t>
            </a:r>
            <a:endParaRPr lang="en-US" sz="28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6346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4A6B-8875-936C-A8C0-37C405AE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EFA62-CCEE-4F2B-AFB1-FE35B8790C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495563-5CD6-669C-9152-B6DFB337D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82" y="2214042"/>
            <a:ext cx="10969188" cy="1828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A14404-FD8E-3817-1552-A86F24FF3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82" y="3545178"/>
            <a:ext cx="10969188" cy="18287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F0ABE9-A0F9-2A91-BD5B-5E98AEBFB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82" y="882906"/>
            <a:ext cx="10969188" cy="1828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9181E6-64B5-656A-851D-204A4D9D9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82" y="4876314"/>
            <a:ext cx="10969188" cy="182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2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B8B83-DDCE-4EC4-59CF-81A975E6B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85957E0-1813-8BC9-FF22-934DD79A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2DE08E8-A3E8-80F4-5C05-D63F7AE75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753EB21A-BB7E-B2CA-DDC7-B98F8C842BDC}"/>
              </a:ext>
            </a:extLst>
          </p:cNvPr>
          <p:cNvSpPr txBox="1">
            <a:spLocks/>
          </p:cNvSpPr>
          <p:nvPr/>
        </p:nvSpPr>
        <p:spPr>
          <a:xfrm>
            <a:off x="609598" y="1439159"/>
            <a:ext cx="10390634" cy="4330705"/>
          </a:xfrm>
          <a:prstGeom prst="rect">
            <a:avLst/>
          </a:prstGeom>
          <a:ln w="12700">
            <a:miter lim="400000"/>
          </a:ln>
        </p:spPr>
        <p:txBody>
          <a:bodyPr wrap="none" lIns="91440" tIns="50800" rIns="50800" bIns="508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en-US" sz="2000" b="1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n-ea"/>
                <a:cs typeface="+mn-cs"/>
                <a:sym typeface="Montserrat Medium"/>
              </a:defRPr>
            </a:lvl1pPr>
          </a:lstStyle>
          <a:p>
            <a:r>
              <a:rPr lang="en-US" sz="4000" dirty="0"/>
              <a:t>Headings: Georgia</a:t>
            </a:r>
          </a:p>
          <a:p>
            <a:r>
              <a:rPr lang="en-US" sz="4000" b="0" dirty="0">
                <a:latin typeface="+mn-lt"/>
              </a:rPr>
              <a:t>Body: Calibri</a:t>
            </a:r>
          </a:p>
        </p:txBody>
      </p:sp>
    </p:spTree>
    <p:extLst>
      <p:ext uri="{BB962C8B-B14F-4D97-AF65-F5344CB8AC3E}">
        <p14:creationId xmlns:p14="http://schemas.microsoft.com/office/powerpoint/2010/main" val="24859200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Kaskey Consulting Group">
      <a:dk1>
        <a:srgbClr val="2B2B2B"/>
      </a:dk1>
      <a:lt1>
        <a:srgbClr val="F5F1EB"/>
      </a:lt1>
      <a:dk2>
        <a:srgbClr val="3C4A40"/>
      </a:dk2>
      <a:lt2>
        <a:srgbClr val="F5F1EB"/>
      </a:lt2>
      <a:accent1>
        <a:srgbClr val="8B5E3C"/>
      </a:accent1>
      <a:accent2>
        <a:srgbClr val="9C8E7B"/>
      </a:accent2>
      <a:accent3>
        <a:srgbClr val="3C4A40"/>
      </a:accent3>
      <a:accent4>
        <a:srgbClr val="EAE3D6"/>
      </a:accent4>
      <a:accent5>
        <a:srgbClr val="C0A97A"/>
      </a:accent5>
      <a:accent6>
        <a:srgbClr val="000000"/>
      </a:accent6>
      <a:hlink>
        <a:srgbClr val="000000"/>
      </a:hlink>
      <a:folHlink>
        <a:srgbClr val="000000"/>
      </a:folHlink>
    </a:clrScheme>
    <a:fontScheme name="Custom 2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2"/>
          </a:solidFill>
        </a:ln>
      </a:spPr>
      <a:bodyPr lIns="0" tIns="0" rIns="0" bIns="0"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buClrTx/>
          <a:buSzTx/>
          <a:buFont typeface="Arial" panose="020B0604020202020204" pitchFamily="34" charset="0"/>
          <a:buNone/>
          <a:tabLst/>
          <a:defRPr sz="1400" b="1" dirty="0" smtClean="0">
            <a:solidFill>
              <a:srgbClr val="FF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noAutofit/>
      </a:bodyPr>
      <a:lstStyle>
        <a:defPPr algn="ctr"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19</Words>
  <Application>Microsoft Office PowerPoint</Application>
  <PresentationFormat>Widescreen</PresentationFormat>
  <Paragraphs>15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Georgia</vt:lpstr>
      <vt:lpstr>1_Office Theme</vt:lpstr>
      <vt:lpstr>Colors</vt:lpstr>
      <vt:lpstr>Logo</vt:lpstr>
      <vt:lpstr>Fonts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Prah</dc:creator>
  <cp:lastModifiedBy>Elizabeth Prah</cp:lastModifiedBy>
  <cp:revision>1</cp:revision>
  <dcterms:created xsi:type="dcterms:W3CDTF">2026-01-29T19:08:33Z</dcterms:created>
  <dcterms:modified xsi:type="dcterms:W3CDTF">2026-01-29T19:16:18Z</dcterms:modified>
</cp:coreProperties>
</file>